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77f02d7dfb4193" /><Relationship Type="http://schemas.openxmlformats.org/officeDocument/2006/relationships/extended-properties" Target="/docProps/app.xml" Id="R0a78843ad39446ac" /><Relationship Type="http://schemas.openxmlformats.org/officeDocument/2006/relationships/officeDocument" Target="/ppt/presentation.xml" Id="Rd9a6ce86660847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103fa06348433c"/>
  </p:sldMasterIdLst>
  <p:notesMasterIdLst>
    <p:notesMasterId xmlns:r="http://schemas.openxmlformats.org/officeDocument/2006/relationships" r:id="R5c3b970be5de495c"/>
  </p:notesMasterIdLst>
  <p:sldIdLst>
    <p:sldId xmlns:r="http://schemas.openxmlformats.org/officeDocument/2006/relationships" id="256" r:id="R31e65cfbd2064f00"/>
    <p:sldId xmlns:r="http://schemas.openxmlformats.org/officeDocument/2006/relationships" id="257" r:id="R1be56f1d45b94070"/>
    <p:sldId xmlns:r="http://schemas.openxmlformats.org/officeDocument/2006/relationships" id="258" r:id="R6d6dea1d724e4a4b"/>
    <p:sldId xmlns:r="http://schemas.openxmlformats.org/officeDocument/2006/relationships" id="259" r:id="Rff48b61a0b5f40b7"/>
    <p:sldId xmlns:r="http://schemas.openxmlformats.org/officeDocument/2006/relationships" id="260" r:id="R90c0d164447a431f"/>
    <p:sldId xmlns:r="http://schemas.openxmlformats.org/officeDocument/2006/relationships" id="261" r:id="R90fd3ed8e2f1493d"/>
    <p:sldId xmlns:r="http://schemas.openxmlformats.org/officeDocument/2006/relationships" id="262" r:id="R0f82b8681d1c463f"/>
    <p:sldId xmlns:r="http://schemas.openxmlformats.org/officeDocument/2006/relationships" id="263" r:id="R57b5c48325204b54"/>
    <p:sldId xmlns:r="http://schemas.openxmlformats.org/officeDocument/2006/relationships" id="264" r:id="R14f8afb8e6cd4991"/>
    <p:sldId xmlns:r="http://schemas.openxmlformats.org/officeDocument/2006/relationships" id="265" r:id="R0f92f1f6abeb43a7"/>
    <p:sldId xmlns:r="http://schemas.openxmlformats.org/officeDocument/2006/relationships" id="266" r:id="Rf6051ddac2f74046"/>
    <p:sldId xmlns:r="http://schemas.openxmlformats.org/officeDocument/2006/relationships" id="267" r:id="R388232cc7b89491d"/>
    <p:sldId xmlns:r="http://schemas.openxmlformats.org/officeDocument/2006/relationships" id="268" r:id="R80b41d736db2409d"/>
    <p:sldId xmlns:r="http://schemas.openxmlformats.org/officeDocument/2006/relationships" id="269" r:id="Ref08265ca849442c"/>
    <p:sldId xmlns:r="http://schemas.openxmlformats.org/officeDocument/2006/relationships" id="270" r:id="Raf2fe6d6b00d467b"/>
    <p:sldId xmlns:r="http://schemas.openxmlformats.org/officeDocument/2006/relationships" id="271" r:id="Re74ac0c0a242474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fb721171914ccc" /><Relationship Type="http://schemas.openxmlformats.org/officeDocument/2006/relationships/slideMaster" Target="/ppt/slideMasters/slideMaster1.xml" Id="Rc3103fa06348433c" /><Relationship Type="http://schemas.openxmlformats.org/officeDocument/2006/relationships/notesMaster" Target="/ppt/notesMasters/notesMaster1.xml" Id="R5c3b970be5de495c" /><Relationship Type="http://schemas.openxmlformats.org/officeDocument/2006/relationships/presProps" Target="/ppt/presProps.xml" Id="R9ca544f38a474fe4" /><Relationship Type="http://schemas.openxmlformats.org/officeDocument/2006/relationships/tableStyles" Target="/ppt/tableStyles.xml" Id="Rc373d921de6f4e9a" /><Relationship Type="http://schemas.openxmlformats.org/officeDocument/2006/relationships/slide" Target="/ppt/slides/slide1.xml" Id="R31e65cfbd2064f00" /><Relationship Type="http://schemas.openxmlformats.org/officeDocument/2006/relationships/slide" Target="/ppt/slides/slide2.xml" Id="R1be56f1d45b94070" /><Relationship Type="http://schemas.openxmlformats.org/officeDocument/2006/relationships/slide" Target="/ppt/slides/slide3.xml" Id="R6d6dea1d724e4a4b" /><Relationship Type="http://schemas.openxmlformats.org/officeDocument/2006/relationships/slide" Target="/ppt/slides/slide4.xml" Id="Rff48b61a0b5f40b7" /><Relationship Type="http://schemas.openxmlformats.org/officeDocument/2006/relationships/slide" Target="/ppt/slides/slide5.xml" Id="R90c0d164447a431f" /><Relationship Type="http://schemas.openxmlformats.org/officeDocument/2006/relationships/slide" Target="/ppt/slides/slide6.xml" Id="R90fd3ed8e2f1493d" /><Relationship Type="http://schemas.openxmlformats.org/officeDocument/2006/relationships/slide" Target="/ppt/slides/slide7.xml" Id="R0f82b8681d1c463f" /><Relationship Type="http://schemas.openxmlformats.org/officeDocument/2006/relationships/slide" Target="/ppt/slides/slide8.xml" Id="R57b5c48325204b54" /><Relationship Type="http://schemas.openxmlformats.org/officeDocument/2006/relationships/slide" Target="/ppt/slides/slide9.xml" Id="R14f8afb8e6cd4991" /><Relationship Type="http://schemas.openxmlformats.org/officeDocument/2006/relationships/slide" Target="/ppt/slides/slide10.xml" Id="R0f92f1f6abeb43a7" /><Relationship Type="http://schemas.openxmlformats.org/officeDocument/2006/relationships/slide" Target="/ppt/slides/slide11.xml" Id="Rf6051ddac2f74046" /><Relationship Type="http://schemas.openxmlformats.org/officeDocument/2006/relationships/slide" Target="/ppt/slides/slide12.xml" Id="R388232cc7b89491d" /><Relationship Type="http://schemas.openxmlformats.org/officeDocument/2006/relationships/slide" Target="/ppt/slides/slide13.xml" Id="R80b41d736db2409d" /><Relationship Type="http://schemas.openxmlformats.org/officeDocument/2006/relationships/slide" Target="/ppt/slides/slide14.xml" Id="Ref08265ca849442c" /><Relationship Type="http://schemas.openxmlformats.org/officeDocument/2006/relationships/slide" Target="/ppt/slides/slide15.xml" Id="Raf2fe6d6b00d467b" /><Relationship Type="http://schemas.openxmlformats.org/officeDocument/2006/relationships/slide" Target="/ppt/slides/slide16.xml" Id="Re74ac0c0a242474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d6c29bc78b4b1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a70c544cdc4698" /><Relationship Type="http://schemas.openxmlformats.org/officeDocument/2006/relationships/notesMaster" Target="/ppt/notesMasters/notesMaster1.xml" Id="R995b9c9f6b214d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f8311e31d24648" /><Relationship Type="http://schemas.openxmlformats.org/officeDocument/2006/relationships/notesMaster" Target="/ppt/notesMasters/notesMaster1.xml" Id="R2adc860dcaf0487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728d9bb7e84bf1" /><Relationship Type="http://schemas.openxmlformats.org/officeDocument/2006/relationships/notesMaster" Target="/ppt/notesMasters/notesMaster1.xml" Id="Rc822cee6523d45d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31d9d21505347ff" /><Relationship Type="http://schemas.openxmlformats.org/officeDocument/2006/relationships/notesMaster" Target="/ppt/notesMasters/notesMaster1.xml" Id="R229fc570db194f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1baff5697504e08" /><Relationship Type="http://schemas.openxmlformats.org/officeDocument/2006/relationships/notesMaster" Target="/ppt/notesMasters/notesMaster1.xml" Id="R15f2563cafcd44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beb6658a6104aa9" /><Relationship Type="http://schemas.openxmlformats.org/officeDocument/2006/relationships/notesMaster" Target="/ppt/notesMasters/notesMaster1.xml" Id="R1b320004e5a54e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6df6cafdc7484a" /><Relationship Type="http://schemas.openxmlformats.org/officeDocument/2006/relationships/notesMaster" Target="/ppt/notesMasters/notesMaster1.xml" Id="R154f754bd9ce49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248bb9d00ac482e" /><Relationship Type="http://schemas.openxmlformats.org/officeDocument/2006/relationships/notesMaster" Target="/ppt/notesMasters/notesMaster1.xml" Id="R400b3116d31048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d889f6c37e437e" /><Relationship Type="http://schemas.openxmlformats.org/officeDocument/2006/relationships/notesMaster" Target="/ppt/notesMasters/notesMaster1.xml" Id="Rd3818a144a1d43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a5030ff2724765" /><Relationship Type="http://schemas.openxmlformats.org/officeDocument/2006/relationships/notesMaster" Target="/ppt/notesMasters/notesMaster1.xml" Id="Rfeb5759e6f7c497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e9d7da608c42a1" /><Relationship Type="http://schemas.openxmlformats.org/officeDocument/2006/relationships/notesMaster" Target="/ppt/notesMasters/notesMaster1.xml" Id="R924f1caba708454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37eedd03aa24040" /><Relationship Type="http://schemas.openxmlformats.org/officeDocument/2006/relationships/notesMaster" Target="/ppt/notesMasters/notesMaster1.xml" Id="R0fc9eab49e6d47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a7e4e8fe89f4e5d" /><Relationship Type="http://schemas.openxmlformats.org/officeDocument/2006/relationships/notesMaster" Target="/ppt/notesMasters/notesMaster1.xml" Id="R1c6ef2cdaa204cf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c045d231ed4743" /><Relationship Type="http://schemas.openxmlformats.org/officeDocument/2006/relationships/notesMaster" Target="/ppt/notesMasters/notesMaster1.xml" Id="Rf0a7998f247a46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941fe44f5254675" /><Relationship Type="http://schemas.openxmlformats.org/officeDocument/2006/relationships/notesMaster" Target="/ppt/notesMasters/notesMaster1.xml" Id="R1a4ae3ba8c874a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838ee4b18b4ca1" /><Relationship Type="http://schemas.openxmlformats.org/officeDocument/2006/relationships/notesMaster" Target="/ppt/notesMasters/notesMaster1.xml" Id="Rf02a825dc7c0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0acaddd874f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8fb51000ee4ec1" /><Relationship Type="http://schemas.openxmlformats.org/officeDocument/2006/relationships/slideLayout" Target="/ppt/slideLayouts/slideLayout1.xml" Id="Rfaf0c04e169942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f0c04e169942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dce9323cf0477d" /><Relationship Type="http://schemas.openxmlformats.org/officeDocument/2006/relationships/image" Target="/ppt/media/image.png" Id="R2629196a4c0848ec" /><Relationship Type="http://schemas.openxmlformats.org/officeDocument/2006/relationships/notesSlide" Target="/ppt/notesSlides/notesSlide1.xml" Id="R3acb21ae58fe430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edca65edf04ecd" /><Relationship Type="http://schemas.openxmlformats.org/officeDocument/2006/relationships/notesSlide" Target="/ppt/notesSlides/notesSlide2.xml" Id="R06488f3eef9e4ab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699844a1e4639" /><Relationship Type="http://schemas.openxmlformats.org/officeDocument/2006/relationships/notesSlide" Target="/ppt/notesSlides/notesSlide3.xml" Id="R7ca07168285347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e3947826f4f14" /><Relationship Type="http://schemas.openxmlformats.org/officeDocument/2006/relationships/notesSlide" Target="/ppt/notesSlides/notesSlide4.xml" Id="R9debc121f7944e0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1ce462c944a21" /><Relationship Type="http://schemas.openxmlformats.org/officeDocument/2006/relationships/image" Target="/ppt/media/image2.png" Id="Ra60cc1ac51f344b2" /><Relationship Type="http://schemas.openxmlformats.org/officeDocument/2006/relationships/notesSlide" Target="/ppt/notesSlides/notesSlide5.xml" Id="R8be6d985aa0a428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d59228b1f84caa" /><Relationship Type="http://schemas.openxmlformats.org/officeDocument/2006/relationships/image" Target="/ppt/media/image3.png" Id="Rfbde4ca7f4764932" /><Relationship Type="http://schemas.openxmlformats.org/officeDocument/2006/relationships/notesSlide" Target="/ppt/notesSlides/notesSlide6.xml" Id="R0cd95b5432c64a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3fef8196064b69" /><Relationship Type="http://schemas.openxmlformats.org/officeDocument/2006/relationships/image" Target="/ppt/media/image4.png" Id="R2a914acfd4a24d07" /><Relationship Type="http://schemas.openxmlformats.org/officeDocument/2006/relationships/image" Target="/ppt/media/image5.png" Id="R3bbebb4c9e5749dd" /><Relationship Type="http://schemas.openxmlformats.org/officeDocument/2006/relationships/notesSlide" Target="/ppt/notesSlides/notesSlide7.xml" Id="R2018c35833a84a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69d6713894c73" /><Relationship Type="http://schemas.openxmlformats.org/officeDocument/2006/relationships/image" Target="/ppt/media/image6.png" Id="Rbcc052c992f34844" /><Relationship Type="http://schemas.openxmlformats.org/officeDocument/2006/relationships/notesSlide" Target="/ppt/notesSlides/notesSlide8.xml" Id="R71fe060700254a3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b5ec5af064032" /><Relationship Type="http://schemas.openxmlformats.org/officeDocument/2006/relationships/notesSlide" Target="/ppt/notesSlides/notesSlide9.xml" Id="R14605999fd144d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0227db806c4d72" /><Relationship Type="http://schemas.openxmlformats.org/officeDocument/2006/relationships/notesSlide" Target="/ppt/notesSlides/notesSlide10.xml" Id="R96bdf33e2e8b43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c17b0f4a745ff" /><Relationship Type="http://schemas.openxmlformats.org/officeDocument/2006/relationships/notesSlide" Target="/ppt/notesSlides/notesSlide11.xml" Id="R30cac5b7315145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84ffc3b064ffe" /><Relationship Type="http://schemas.openxmlformats.org/officeDocument/2006/relationships/notesSlide" Target="/ppt/notesSlides/notesSlide12.xml" Id="R50ad209e19a14cb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eda5ed126455b" /><Relationship Type="http://schemas.openxmlformats.org/officeDocument/2006/relationships/image" Target="/ppt/media/image7.png" Id="R7f0b0c75234a422e" /><Relationship Type="http://schemas.openxmlformats.org/officeDocument/2006/relationships/image" Target="/ppt/media/image8.png" Id="R7e9960b9a6d14b8a" /><Relationship Type="http://schemas.openxmlformats.org/officeDocument/2006/relationships/image" Target="/ppt/media/image9.png" Id="R77e09142f8a547d4" /><Relationship Type="http://schemas.openxmlformats.org/officeDocument/2006/relationships/notesSlide" Target="/ppt/notesSlides/notesSlide13.xml" Id="R0fc63253769140f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87073f969647c7" /><Relationship Type="http://schemas.openxmlformats.org/officeDocument/2006/relationships/notesSlide" Target="/ppt/notesSlides/notesSlide14.xml" Id="Rf7e05aff4457460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74511fcfb4dd4" /><Relationship Type="http://schemas.openxmlformats.org/officeDocument/2006/relationships/notesSlide" Target="/ppt/notesSlides/notesSlide15.xml" Id="Rf30e3841f6f943d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47eeaef724d15" /><Relationship Type="http://schemas.openxmlformats.org/officeDocument/2006/relationships/image" Target="/ppt/media/image10.png" Id="Re45b891db44d4fc9" /><Relationship Type="http://schemas.openxmlformats.org/officeDocument/2006/relationships/notesSlide" Target="/ppt/notesSlides/notesSlide16.xml" Id="Rde3b97834ecd47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ED96A4-366D-4A83-954F-349FFC53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90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392C8-2F62-422A-8EEE-0790324F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89EED-FA5A-4834-BB8E-06951416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2857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MANUAL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DE MARCA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D81EB-0807-475E-B6B7-9F6C6A113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CCE9"/>
                </a:solidFill>
              </a:defRPr>
            </a:pPr>
            <a:r>
              <a:rPr sz="1500" b="0">
                <a:solidFill>
                  <a:srgbClr val="D8CCE9"/>
                </a:solidFill>
              </a:rPr>
              <a:t>Sistema de identidad visual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827EBB-22BE-43AC-B350-C47E9DB7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8AEC5"/>
                </a:solidFill>
              </a:defRPr>
            </a:pPr>
            <a:r>
              <a:rPr sz="1050" b="1">
                <a:solidFill>
                  <a:srgbClr val="B8AEC5"/>
                </a:solidFill>
              </a:rPr>
              <a:t>Versión 1.0 · 2026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9196a4c0848ec"/>
          <a:stretch xmlns:a="http://schemas.openxmlformats.org/drawingml/2006/main"/>
        </p:blipFill>
        <p:spPr>
          <a:xfrm xmlns:a="http://schemas.openxmlformats.org/drawingml/2006/main">
            <a:off x="5715000" y="1000125"/>
            <a:ext cx="4476750" cy="4476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2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E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932479-3CB9-48EC-8540-E70E3C6E6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F583F9-C0EC-4AE3-AA39-9A9EA350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Cómo usar este manual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0459F3-9425-41FF-B587-7F65BBE8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Una guía práctica para construir una presencia consistente.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FA030F-5DEE-4D27-AF4A-20B99A8E8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8080C"/>
                </a:solidFill>
              </a:defRPr>
            </a:pPr>
            <a:r>
              <a:rPr sz="1875" b="0">
                <a:solidFill>
                  <a:srgbClr val="08080C"/>
                </a:solidFill>
              </a:rPr>
              <a:t>Este documento define los criterios esenciales para aplicar la identidad de NETICAR en medios digitales, impresos y audiovisuales.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16FC6-FFD8-41BD-BB23-2A593D53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095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32CEF8-4B2C-40F3-A2E3-8C419684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8A00D6"/>
                </a:solidFill>
              </a:defRPr>
            </a:pPr>
            <a:r>
              <a:rPr sz="1050" b="1">
                <a:solidFill>
                  <a:srgbClr val="8A00D6"/>
                </a:solidFill>
              </a:rPr>
              <a:t>PRINCIPIO RECTOR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7890D-5E1E-4BE1-972B-16706841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00375"/>
            <a:ext cx="3143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8080C"/>
                </a:solidFill>
              </a:defRPr>
            </a:pPr>
            <a:r>
              <a:rPr sz="2250" b="1">
                <a:solidFill>
                  <a:srgbClr val="08080C"/>
                </a:solidFill>
              </a:rPr>
              <a:t>Consistencia antes que decoración.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9E87D-AC78-4BF2-B55D-619ACF609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59215-9794-4E4D-AD00-047B18EC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523562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0A6770-AE6F-4222-87BC-CDB16802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2D489-3C14-435F-99E7-C0B718D2D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Esencia de marca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36BC2-82DE-478A-80FC-3C5CB87CC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La identidad combina estructura técnica y energía creativa.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C90733-9168-48BD-9B6F-4CC0869A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2FF4E-FA85-492A-BA2C-BA813453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00D6"/>
                </a:solidFill>
              </a:defRPr>
            </a:pPr>
            <a:r>
              <a:rPr sz="1200" b="1">
                <a:solidFill>
                  <a:srgbClr val="8A00D6"/>
                </a:solidFill>
              </a:rPr>
              <a:t>TECNOLOGÍA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3FBEC-246C-4990-92F7-FFA8B64C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080C"/>
                </a:solidFill>
              </a:defRPr>
            </a:pPr>
            <a:r>
              <a:rPr sz="2025" b="1">
                <a:solidFill>
                  <a:srgbClr val="08080C"/>
                </a:solidFill>
              </a:rPr>
              <a:t>Soluciones construidas con criterio.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B403A-BCDC-4921-837E-F404E93B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42887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80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6BB86A-4A07-47D9-9EDD-8D938289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781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29E8"/>
                </a:solidFill>
              </a:defRPr>
            </a:pPr>
            <a:r>
              <a:rPr sz="1200" b="1">
                <a:solidFill>
                  <a:srgbClr val="A929E8"/>
                </a:solidFill>
              </a:rPr>
              <a:t>CONEXIÓN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CB124-4486-426A-BB57-0C79A831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575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Personas, sistemas y oportunidades.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61DDED-A222-416C-A868-940FCA07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28864-9578-4A27-809C-E3D04B97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00D6"/>
                </a:solidFill>
              </a:defRPr>
            </a:pPr>
            <a:r>
              <a:rPr sz="1200" b="1">
                <a:solidFill>
                  <a:srgbClr val="8A00D6"/>
                </a:solidFill>
              </a:rPr>
              <a:t>EVOLUCIÓN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59EC60-0F17-456A-BCCB-ADFF7581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57550"/>
            <a:ext cx="266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8080C"/>
                </a:solidFill>
              </a:defRPr>
            </a:pPr>
            <a:r>
              <a:rPr sz="2025" b="1">
                <a:solidFill>
                  <a:srgbClr val="08080C"/>
                </a:solidFill>
              </a:rPr>
              <a:t>Movimiento continuo hacia adelante.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B393FF-57F0-4686-B568-1871E7F0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D7AD61-C848-4F77-8680-B96CD603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5019159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8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0C0805-EF87-4835-91D7-5E610B0A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7C2C83-DF5E-470B-BD16-1A9B63D37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Personalidad de NETICAR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1D265-88E1-4166-B208-B687BDFB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Cinco atributos orientan el tono y las decisiones visuales.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93479A-C1F3-4030-B031-087C393D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383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MODERNA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1C5B4-B3A1-4263-94AC-922D2A08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86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C2D2"/>
                </a:solidFill>
              </a:defRPr>
            </a:pPr>
            <a:r>
              <a:rPr sz="1350" b="0">
                <a:solidFill>
                  <a:srgbClr val="C9C2D2"/>
                </a:solidFill>
              </a:rPr>
              <a:t>Actual, sin perseguir modas.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92C7D-CC72-4296-B307-889CB8A5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CONFIABLE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635D0-43EB-42FB-B046-D2BD07AD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52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C2D2"/>
                </a:solidFill>
              </a:defRPr>
            </a:pPr>
            <a:r>
              <a:rPr sz="1350" b="0">
                <a:solidFill>
                  <a:srgbClr val="C9C2D2"/>
                </a:solidFill>
              </a:rPr>
              <a:t>Precisa, clara y consistente.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B6DF70-6D33-448E-B4DA-3B2C96C5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A929E8"/>
                </a:solidFill>
              </a:defRPr>
            </a:pPr>
            <a:r>
              <a:rPr sz="2250" b="1">
                <a:solidFill>
                  <a:srgbClr val="A929E8"/>
                </a:solidFill>
              </a:rPr>
              <a:t>DINÁMICA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39983-D874-4C4D-AD8B-A4B35C92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195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C2D2"/>
                </a:solidFill>
              </a:defRPr>
            </a:pPr>
            <a:r>
              <a:rPr sz="1350" b="0">
                <a:solidFill>
                  <a:srgbClr val="C9C2D2"/>
                </a:solidFill>
              </a:rPr>
              <a:t>Activa, flexible y resolutiva.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DAE438-F24D-419C-918E-86318C45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3862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TÉCNICA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5D34E-A7E5-4C6C-A35D-92C69053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86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C2D2"/>
                </a:solidFill>
              </a:defRPr>
            </a:pPr>
            <a:r>
              <a:rPr sz="1350" b="0">
                <a:solidFill>
                  <a:srgbClr val="C9C2D2"/>
                </a:solidFill>
              </a:rPr>
              <a:t>Sólida, comprensible y rigurosa.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19B35-907E-42F4-BFF3-EAD0BCD3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053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CERCANA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992A0-53B7-4E70-9422-F08878EA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530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9C2D2"/>
                </a:solidFill>
              </a:defRPr>
            </a:pPr>
            <a:r>
              <a:rPr sz="1350" b="0">
                <a:solidFill>
                  <a:srgbClr val="C9C2D2"/>
                </a:solidFill>
              </a:rPr>
              <a:t>Humana, directa y colaborativa.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0DEDA-C913-4727-8A32-D2E2EAB7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40171-19F8-47E6-A10B-1D34DD8B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866762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DA8E52-6DB4-4FE4-9FB1-976588C2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B8871F-9887-4D5B-8A76-89BA4B1E4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Concepto del símbolo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12550-F408-485C-90B5-EB4B6F5F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Un monograma N que combina solidez, dirección y un punto de encuentro.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cc1ac51f344b2"/>
          <a:stretch xmlns:a="http://schemas.openxmlformats.org/drawingml/2006/main"/>
        </p:blipFill>
        <p:spPr>
          <a:xfrm xmlns:a="http://schemas.openxmlformats.org/drawingml/2006/main">
            <a:off x="1428750" y="2190750"/>
            <a:ext cx="3429000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53E55-FB9F-41DB-AD15-7D6F5B2E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860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00D6"/>
                </a:solidFill>
              </a:defRPr>
            </a:pPr>
            <a:r>
              <a:rPr sz="1200" b="1">
                <a:solidFill>
                  <a:srgbClr val="8A00D6"/>
                </a:solidFill>
              </a:rPr>
              <a:t>PILARES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EBFF95-D46C-4129-8A8E-FC019B7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19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080C"/>
                </a:solidFill>
              </a:defRPr>
            </a:pPr>
            <a:r>
              <a:rPr sz="1650" b="0">
                <a:solidFill>
                  <a:srgbClr val="08080C"/>
                </a:solidFill>
              </a:rPr>
              <a:t>Estructura, estabilidad y confianza.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22182-1F0A-49A6-8023-D33066968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290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00D6"/>
                </a:solidFill>
              </a:defRPr>
            </a:pPr>
            <a:r>
              <a:rPr sz="1200" b="1">
                <a:solidFill>
                  <a:srgbClr val="8A00D6"/>
                </a:solidFill>
              </a:rPr>
              <a:t>DIAGONAL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37FF35-0DEF-447C-9DF3-D9C7A18F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080C"/>
                </a:solidFill>
              </a:defRPr>
            </a:pPr>
            <a:r>
              <a:rPr sz="1650" b="0">
                <a:solidFill>
                  <a:srgbClr val="08080C"/>
                </a:solidFill>
              </a:rPr>
              <a:t>Avance, vínculo y transformación.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28C8E-E690-427F-BA69-AAF26488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7200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A00D6"/>
                </a:solidFill>
              </a:defRPr>
            </a:pPr>
            <a:r>
              <a:rPr sz="1200" b="1">
                <a:solidFill>
                  <a:srgbClr val="8A00D6"/>
                </a:solidFill>
              </a:rPr>
              <a:t>PUNTO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EC50F8-D8FB-4D86-87F5-6538C86A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05375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8080C"/>
                </a:solidFill>
              </a:defRPr>
            </a:pPr>
            <a:r>
              <a:rPr sz="1650" b="0">
                <a:solidFill>
                  <a:srgbClr val="08080C"/>
                </a:solidFill>
              </a:rPr>
              <a:t>Personas, foco y conexión.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3A034-3794-4911-9562-E8589BAC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B59060-ED32-4F52-B6FA-3DC5A5A75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979504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E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45AAFF-655B-4522-80ED-BCE718FAA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70E416-53B9-4A05-8FE5-BBACA6DD6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Firma principal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20BB3-4B82-4896-81E8-9A8AE761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Es la versión prioritaria para comunicaciones institucionales.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B69E4-1D35-4784-815B-29EF0244F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0287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e4ca7f4764932"/>
          <a:stretch xmlns:a="http://schemas.openxmlformats.org/drawingml/2006/main"/>
        </p:blipFill>
        <p:spPr>
          <a:xfrm xmlns:a="http://schemas.openxmlformats.org/drawingml/2006/main">
            <a:off x="4738688" y="2428875"/>
            <a:ext cx="2714625" cy="2714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CF87C-6630-4128-8375-E75BFEE1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619750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66170"/>
                </a:solidFill>
              </a:defRPr>
            </a:pPr>
            <a:r>
              <a:rPr sz="1200" b="0">
                <a:solidFill>
                  <a:srgbClr val="666170"/>
                </a:solidFill>
              </a:rPr>
              <a:t>Mantener siempre la relación entre símbolo, nombre y descriptor.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658F4-A27E-47FB-9618-F9189912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1F69B-0B53-4EB6-8D4A-056E4987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169793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28AD6F-2DAF-4D9B-B272-E80BDE4C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DC496-7063-48E1-9701-3205A4EF2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Versiones de marca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076539-E8CC-4DE1-B9D8-F6BF4220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Elegir la versión según el espacio disponible y el nivel de reconocimiento.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09E82-B5EE-4DE4-AFAC-09F7C19B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143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5EE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914acfd4a24d07"/>
          <a:stretch xmlns:a="http://schemas.openxmlformats.org/drawingml/2006/main"/>
        </p:blipFill>
        <p:spPr>
          <a:xfrm xmlns:a="http://schemas.openxmlformats.org/drawingml/2006/main">
            <a:off x="2190750" y="257175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A7304-2AEA-43D6-AB2B-185A5B31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10125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00D6"/>
                </a:solidFill>
              </a:defRPr>
            </a:pPr>
            <a:r>
              <a:rPr sz="1050" b="1">
                <a:solidFill>
                  <a:srgbClr val="8A00D6"/>
                </a:solidFill>
              </a:rPr>
              <a:t>FIRMA SOBRE FONDO CLARO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4D04BB-6567-4E59-9350-0B46C72D7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38375"/>
            <a:ext cx="52959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8080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ebb4c9e5749dd"/>
          <a:stretch xmlns:a="http://schemas.openxmlformats.org/drawingml/2006/main"/>
        </p:blipFill>
        <p:spPr>
          <a:xfrm xmlns:a="http://schemas.openxmlformats.org/drawingml/2006/main">
            <a:off x="7810500" y="257175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A42B83-91AF-4203-B6DC-30D94108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012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29E8"/>
                </a:solidFill>
              </a:defRPr>
            </a:pPr>
            <a:r>
              <a:rPr sz="1050" b="1">
                <a:solidFill>
                  <a:srgbClr val="A929E8"/>
                </a:solidFill>
              </a:rPr>
              <a:t>FIRMA SOBRE FONDO NEGRO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72861-155D-4494-A498-20B3BC25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62D23-5706-48F1-A96E-7ACB998F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774051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0ABC70-9DE4-4ADE-BDCB-1BD8E4009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1A8D46-A23D-43D8-AE16-0313CFB1C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Área de seguridad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A5FDA3-01DF-4E18-A95D-22BB5E58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El aire protege la claridad y el protagonismo de la marca.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33E6E6-1174-4CB1-93ED-3F61BCE9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43125"/>
            <a:ext cx="80010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85045-E928-41B7-9E4E-E911090B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19375"/>
            <a:ext cx="68580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c052c992f34844"/>
          <a:stretch xmlns:a="http://schemas.openxmlformats.org/drawingml/2006/main"/>
        </p:blipFill>
        <p:spPr>
          <a:xfrm xmlns:a="http://schemas.openxmlformats.org/drawingml/2006/main">
            <a:off x="5048250" y="2762250"/>
            <a:ext cx="2095500" cy="2095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EB7532-B163-4DBD-AF7B-BBC9B68D7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6004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A00D6"/>
                </a:solidFill>
              </a:defRPr>
            </a:pPr>
            <a:r>
              <a:rPr sz="1350" b="1">
                <a:solidFill>
                  <a:srgbClr val="8A00D6"/>
                </a:solidFill>
              </a:rPr>
              <a:t>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C5C129-B212-4058-A10D-BF129863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004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8A00D6"/>
                </a:solidFill>
              </a:defRPr>
            </a:pPr>
            <a:r>
              <a:rPr sz="1350" b="1">
                <a:solidFill>
                  <a:srgbClr val="8A00D6"/>
                </a:solidFill>
              </a:rPr>
              <a:t>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63FCC-6DF4-4033-8148-52516257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673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66170"/>
                </a:solidFill>
              </a:defRPr>
            </a:pPr>
            <a:r>
              <a:rPr sz="1275" b="0">
                <a:solidFill>
                  <a:srgbClr val="666170"/>
                </a:solidFill>
              </a:rPr>
              <a:t>Usar como mínimo una unidad X equivalente al diámetro del punto del monograma.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C4111E-7BD5-4153-B107-0A63A7C35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3C141B-2F5E-41DA-96A0-C4D9E2DB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4123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8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01EA85-AB50-42EB-ADC3-7CAD9340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5EFD9-A2B5-480E-9555-AC3B1C7E1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Tamaños mínimos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133F2-0444-4A2D-A032-AB4C2A34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La legibilidad define el límite; nunca la conveniencia.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BFBE1-4D8A-4A70-8130-D31420ECA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42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93C9C-DBD9-49CC-8C37-45784B7F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29E8"/>
                </a:solidFill>
              </a:defRPr>
            </a:pPr>
            <a:r>
              <a:rPr sz="1050" b="1">
                <a:solidFill>
                  <a:srgbClr val="A929E8"/>
                </a:solidFill>
              </a:rPr>
              <a:t>DIGITAL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12070B-E268-4AFD-B0DA-356B89B9A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Firma completa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48CEC9-8579-4C02-B303-53C56F7C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623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160 px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942200-4E09-4326-8E3A-C8C25FA7D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3333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8A0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5CD2EA-8B61-4772-AD81-C686D4B2A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670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29E8"/>
                </a:solidFill>
              </a:defRPr>
            </a:pPr>
            <a:r>
              <a:rPr sz="1050" b="1">
                <a:solidFill>
                  <a:srgbClr val="A929E8"/>
                </a:solidFill>
              </a:rPr>
              <a:t>IMPRESIÓN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547209-7C1A-463D-BCF7-A5773D5C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Firma completa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5F4AC-D98D-44A9-B398-0C8572E0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7623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35 mm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A825AD-57AB-4D20-82B3-3CBEDD2C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3337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2421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A9A0C-7F9B-486C-81EB-821B08D4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670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29E8"/>
                </a:solidFill>
              </a:defRPr>
            </a:pPr>
            <a:r>
              <a:rPr sz="1050" b="1">
                <a:solidFill>
                  <a:srgbClr val="A929E8"/>
                </a:solidFill>
              </a:rPr>
              <a:t>AVATAR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07EF09-06F5-4AAB-9840-E02387D2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Isotipo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7E3274-4B2B-401F-B4EE-BBE0063C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62375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32 px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668A5-BED5-4F5A-9F56-1528736C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DC4D8"/>
                </a:solidFill>
              </a:defRPr>
            </a:pPr>
            <a:r>
              <a:rPr sz="1350" b="0">
                <a:solidFill>
                  <a:srgbClr val="CDC4D8"/>
                </a:solidFill>
              </a:rPr>
              <a:t>Si “DESARROLLOS” pierde legibilidad, utilizar una versión sin descriptor.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406296-0DB8-4B16-A2BA-E9D80548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BE7A55-859A-42AE-B172-43EFCD2D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893804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AD32F8-DAAA-4B99-AB81-40D16D749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A7737E-3BE6-40C1-916F-2586F512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Paleta cromática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ECDD6C-8CC6-43FC-8625-CB9D6EAE6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Una base nítida con energía violeta y alto contraste.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337545-B19A-43F2-A468-A9601B5D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2381250" cy="2571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650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42167-0BE8-4A25-B618-9C01593E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080C"/>
                </a:solidFill>
              </a:defRPr>
            </a:pPr>
            <a:r>
              <a:rPr sz="1125" b="1">
                <a:solidFill>
                  <a:srgbClr val="08080C"/>
                </a:solidFill>
              </a:rPr>
              <a:t>VIOLETA PROFUNDO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D311D-5A6E-4D7F-A95D-F25923196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29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170"/>
                </a:solidFill>
              </a:defRPr>
            </a:pPr>
            <a:r>
              <a:rPr sz="1125" b="0">
                <a:solidFill>
                  <a:srgbClr val="666170"/>
                </a:solidFill>
              </a:rPr>
              <a:t>HEX  #6500C8</a:t>
            </a:r>
          </a:p>
          <a:p xmlns:a="http://schemas.openxmlformats.org/drawingml/2006/main">
            <a:pPr algn="l">
              <a:defRPr sz="1125" b="0">
                <a:solidFill>
                  <a:srgbClr val="666170"/>
                </a:solidFill>
              </a:defRPr>
            </a:pPr>
            <a:r>
              <a:rPr sz="1125" b="0">
                <a:solidFill>
                  <a:srgbClr val="666170"/>
                </a:solidFill>
              </a:rPr>
              <a:t>RGB  101 · 0 · 200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B16B6B-3FE0-41B3-8CEC-D54EEC0F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238375"/>
            <a:ext cx="2381250" cy="2571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8A0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F557E8-EF06-431B-B8AB-B1DD40E3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095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080C"/>
                </a:solidFill>
              </a:defRPr>
            </a:pPr>
            <a:r>
              <a:rPr sz="1125" b="1">
                <a:solidFill>
                  <a:srgbClr val="08080C"/>
                </a:solidFill>
              </a:rPr>
              <a:t>VIOLETA NETICAR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0BC742-E983-4440-813D-FCE598B9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429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170"/>
                </a:solidFill>
              </a:defRPr>
            </a:pPr>
            <a:r>
              <a:rPr sz="1125" b="0">
                <a:solidFill>
                  <a:srgbClr val="666170"/>
                </a:solidFill>
              </a:rPr>
              <a:t>HEX  #8A00D6</a:t>
            </a:r>
          </a:p>
          <a:p xmlns:a="http://schemas.openxmlformats.org/drawingml/2006/main">
            <a:pPr algn="l">
              <a:defRPr sz="1125" b="0">
                <a:solidFill>
                  <a:srgbClr val="666170"/>
                </a:solidFill>
              </a:defRPr>
            </a:pPr>
            <a:r>
              <a:rPr sz="1125" b="0">
                <a:solidFill>
                  <a:srgbClr val="666170"/>
                </a:solidFill>
              </a:rPr>
              <a:t>RGB  138 · 0 · 214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9483AF-48E0-45E5-B717-EC781FBC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38375"/>
            <a:ext cx="2381250" cy="2571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A92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33E29E-8CA1-44F3-B735-5A6CA57C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95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080C"/>
                </a:solidFill>
              </a:defRPr>
            </a:pPr>
            <a:r>
              <a:rPr sz="1125" b="1">
                <a:solidFill>
                  <a:srgbClr val="08080C"/>
                </a:solidFill>
              </a:rPr>
              <a:t>VIOLETA LUZ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3BD1A-E07C-4160-A06B-42940376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429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170"/>
                </a:solidFill>
              </a:defRPr>
            </a:pPr>
            <a:r>
              <a:rPr sz="1125" b="0">
                <a:solidFill>
                  <a:srgbClr val="666170"/>
                </a:solidFill>
              </a:rPr>
              <a:t>HEX  #A929E8</a:t>
            </a:r>
          </a:p>
          <a:p xmlns:a="http://schemas.openxmlformats.org/drawingml/2006/main">
            <a:pPr algn="l">
              <a:defRPr sz="1125" b="0">
                <a:solidFill>
                  <a:srgbClr val="666170"/>
                </a:solidFill>
              </a:defRPr>
            </a:pPr>
            <a:r>
              <a:rPr sz="1125" b="0">
                <a:solidFill>
                  <a:srgbClr val="666170"/>
                </a:solidFill>
              </a:rPr>
              <a:t>RGB  169 · 41 · 232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7B74A-E9AE-4B8C-BCA0-1AA96CFAE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238375"/>
            <a:ext cx="2381250" cy="25717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80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4A72C-BFBE-4584-AC41-EF3187A3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09587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080C"/>
                </a:solidFill>
              </a:defRPr>
            </a:pPr>
            <a:r>
              <a:rPr sz="1125" b="1">
                <a:solidFill>
                  <a:srgbClr val="08080C"/>
                </a:solidFill>
              </a:rPr>
              <a:t>NEGRO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3A25C-6D84-47AF-BB53-E01DC0DB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4292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170"/>
                </a:solidFill>
              </a:defRPr>
            </a:pPr>
            <a:r>
              <a:rPr sz="1125" b="0">
                <a:solidFill>
                  <a:srgbClr val="666170"/>
                </a:solidFill>
              </a:rPr>
              <a:t>HEX  #08080C</a:t>
            </a:r>
          </a:p>
          <a:p xmlns:a="http://schemas.openxmlformats.org/drawingml/2006/main">
            <a:pPr algn="l">
              <a:defRPr sz="1125" b="0">
                <a:solidFill>
                  <a:srgbClr val="666170"/>
                </a:solidFill>
              </a:defRPr>
            </a:pPr>
            <a:r>
              <a:rPr sz="1125" b="0">
                <a:solidFill>
                  <a:srgbClr val="666170"/>
                </a:solidFill>
              </a:rPr>
              <a:t>RGB  8 · 8 · 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25268-AB6B-480E-B53A-D49E8390A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BB241E-9EFE-4093-907E-B111EFC0F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80732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E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B5BE4E-40D5-4179-9E2D-7B1AF2D1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66D8F-37CE-4824-A64D-1DB401C1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Gradiente de marca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87EC7-A19C-4A78-946E-D3FA7C42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La transición tonal aporta profundidad sin perder precisión.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C7CDB-FEEB-48B5-A9F7-F27BAF8C4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00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9BC14-29FE-458F-8692-29798FB5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619375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300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CF53B7-7F7F-4887-8B79-2ED82B47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19375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0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05D4A-7A36-485B-9DAF-39AA27C0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19375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90F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86CDEB-950A-43A2-88BB-E227E689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19375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29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38E447-BF13-4FFE-85B5-3A4095B3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66170"/>
                </a:solidFill>
              </a:defRPr>
            </a:pPr>
            <a:r>
              <a:rPr sz="1050" b="1">
                <a:solidFill>
                  <a:srgbClr val="666170"/>
                </a:solidFill>
              </a:rPr>
              <a:t>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CDCE8E-023B-442A-9432-5DA2EBD73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38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666170"/>
                </a:solidFill>
              </a:defRPr>
            </a:pPr>
            <a:r>
              <a:rPr sz="1050" b="1">
                <a:solidFill>
                  <a:srgbClr val="666170"/>
                </a:solidFill>
              </a:rPr>
              <a:t>50%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3F7583-0DB6-4A0B-B23D-0472B052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38625"/>
            <a:ext cx="76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6170"/>
                </a:solidFill>
              </a:defRPr>
            </a:pPr>
            <a:r>
              <a:rPr sz="1050" b="1">
                <a:solidFill>
                  <a:srgbClr val="666170"/>
                </a:solidFill>
              </a:rPr>
              <a:t>100%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D2736B-C51A-40BC-BCB3-BB3056B6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53000"/>
            <a:ext cx="8001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08080C"/>
                </a:solidFill>
              </a:defRPr>
            </a:pPr>
            <a:r>
              <a:rPr sz="1425" b="0">
                <a:solidFill>
                  <a:srgbClr val="08080C"/>
                </a:solidFill>
              </a:rPr>
              <a:t>Dirección recomendada: violeta profundo → violeta luminoso. Mantener el negro puro para NETICAR y gris espaciado para DESARROLLOS.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9A1D0-A36A-4EA4-A73C-E6BFD09D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7F492-DAB2-455B-937F-EDCF82925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444807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60D2B9-97E2-47AA-9D95-0A869D56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8448B-E86E-4BBE-BB20-9E4C1D62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Sistema tipográfico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5DAB2E-7601-4E8E-8BC5-15382DCB2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Una voz geométrica para títulos y una sans serif legible para lectura.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DC849C-2151-4805-874A-08349CF43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080C"/>
                </a:solidFill>
              </a:defRPr>
            </a:pPr>
            <a:r>
              <a:rPr sz="3150" b="1">
                <a:solidFill>
                  <a:srgbClr val="08080C"/>
                </a:solidFill>
              </a:rPr>
              <a:t>MONTSERRAT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1A8B1-C2D6-44E9-96AB-73EFA465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Títulos · señalización · llamados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B001F0-ED3A-453D-90A7-5870013B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8A00D6"/>
                </a:solidFill>
              </a:defRPr>
            </a:pPr>
            <a:r>
              <a:rPr sz="1650" b="0">
                <a:solidFill>
                  <a:srgbClr val="8A00D6"/>
                </a:solidFill>
              </a:rPr>
              <a:t>ABCDEFGHIJKLMNOPQRSTUVWXYZ</a:t>
            </a:r>
          </a:p>
          <a:p xmlns:a="http://schemas.openxmlformats.org/drawingml/2006/main">
            <a:pPr algn="l">
              <a:defRPr sz="1650" b="0">
                <a:solidFill>
                  <a:srgbClr val="8A00D6"/>
                </a:solidFill>
              </a:defRPr>
            </a:pPr>
            <a:r>
              <a:rPr sz="1650" b="0">
                <a:solidFill>
                  <a:srgbClr val="8A00D6"/>
                </a:solidFill>
              </a:rPr>
              <a:t>0123456789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FEFAC9-72F9-4B7C-BF21-7023806E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33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8080C"/>
                </a:solidFill>
              </a:defRPr>
            </a:pPr>
            <a:r>
              <a:rPr sz="3150" b="1">
                <a:solidFill>
                  <a:srgbClr val="08080C"/>
                </a:solidFill>
              </a:rPr>
              <a:t>OPEN SANS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92AB0-BD54-4153-9641-B977313F1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00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Textos · interfaces · documentos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6FAC13-7CAF-438E-B263-2BB9AAED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71875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8080C"/>
                </a:solidFill>
              </a:defRPr>
            </a:pPr>
            <a:r>
              <a:rPr sz="1575" b="0">
                <a:solidFill>
                  <a:srgbClr val="08080C"/>
                </a:solidFill>
              </a:rPr>
              <a:t>La claridad sostiene cada interacción y convierte la complejidad en una experiencia simple.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6C1596-46AB-43DE-8788-059BFB25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6170"/>
                </a:solidFill>
              </a:defRPr>
            </a:pPr>
            <a:r>
              <a:rPr sz="1275" b="0">
                <a:solidFill>
                  <a:srgbClr val="666170"/>
                </a:solidFill>
              </a:rPr>
              <a:t>Alternativas Canva: League Spartan para títulos; Arial o Canva Sans para cuerpo.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FA1F2E-2048-4BF7-8A06-A8E4E7BBB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B4B92B-9058-4F68-8D27-15FC4EEF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100691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08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8E0FB-950C-4875-8931-ED13365B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FF6BD-B4D3-4773-AE8F-48EA6C02E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Usos correctos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B73328-AE6F-4F12-BC23-DD9B1254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Contraste, proporción y respiración son innegociables.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E91C4-7DF3-443F-BFEB-16AA0CFC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0b0c75234a422e"/>
          <a:stretch xmlns:a="http://schemas.openxmlformats.org/drawingml/2006/main"/>
        </p:blipFill>
        <p:spPr>
          <a:xfrm xmlns:a="http://schemas.openxmlformats.org/drawingml/2006/main">
            <a:off x="1519238" y="2619375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7895F-D97B-40FE-8C7F-F448F071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76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00D6"/>
                </a:solidFill>
              </a:defRPr>
            </a:pPr>
            <a:r>
              <a:rPr sz="1050" b="1">
                <a:solidFill>
                  <a:srgbClr val="8A00D6"/>
                </a:solidFill>
              </a:rPr>
              <a:t>FONDO BLANCO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2A8A9F-7BBE-433F-BEFF-2FCF164A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960b9a6d14b8a"/>
          <a:stretch xmlns:a="http://schemas.openxmlformats.org/drawingml/2006/main"/>
        </p:blipFill>
        <p:spPr>
          <a:xfrm xmlns:a="http://schemas.openxmlformats.org/drawingml/2006/main">
            <a:off x="5233988" y="2619375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89F55-9C51-4972-8E8B-E01E0B05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76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929E8"/>
                </a:solidFill>
              </a:defRPr>
            </a:pPr>
            <a:r>
              <a:rPr sz="1050" b="1">
                <a:solidFill>
                  <a:srgbClr val="A929E8"/>
                </a:solidFill>
              </a:rPr>
              <a:t>FONDO NEGRO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3E5BE0-6323-42CA-95A2-91FA911F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e09142f8a547d4"/>
          <a:stretch xmlns:a="http://schemas.openxmlformats.org/drawingml/2006/main"/>
        </p:blipFill>
        <p:spPr>
          <a:xfrm xmlns:a="http://schemas.openxmlformats.org/drawingml/2006/main">
            <a:off x="8948738" y="2619375"/>
            <a:ext cx="1666875" cy="16668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07E3A-7131-44CE-A736-AD117CBC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767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00D6"/>
                </a:solidFill>
              </a:defRPr>
            </a:pPr>
            <a:r>
              <a:rPr sz="1050" b="1">
                <a:solidFill>
                  <a:srgbClr val="8A00D6"/>
                </a:solidFill>
              </a:rPr>
              <a:t>ESCALA PROPORCIONAL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B84CF-1E28-45DA-8C7F-FD7461E9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B2825C-4495-4541-A379-57F6F228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077330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650B86-F14B-4E91-B4EC-785E20FBB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13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44F5A0-242F-4997-99CA-731FE026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Usos incorrectos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083404-787B-4031-8D1A-633C82AC1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No alterar aquello que hace reconocible al sistema.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976DE-A46E-4535-B1A2-B4F2A3EC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9F9061-D768-4FB1-984F-196FF253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929E8"/>
                </a:solidFill>
              </a:defRPr>
            </a:pPr>
            <a:r>
              <a:rPr sz="2625" b="1">
                <a:solidFill>
                  <a:srgbClr val="A929E8"/>
                </a:solidFill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5CDD59-BAA7-4635-BADC-0D8826736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5717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080C"/>
                </a:solidFill>
              </a:defRPr>
            </a:pPr>
            <a:r>
              <a:rPr sz="1350" b="1">
                <a:solidFill>
                  <a:srgbClr val="08080C"/>
                </a:solidFill>
              </a:rPr>
              <a:t>NO DEFORMAR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80587-826E-490A-973F-7EE33273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190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7450C4-1F56-483F-A88B-B2BD1506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929E8"/>
                </a:solidFill>
              </a:defRPr>
            </a:pPr>
            <a:r>
              <a:rPr sz="2625" b="1">
                <a:solidFill>
                  <a:srgbClr val="A929E8"/>
                </a:solidFill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19893-50DF-4007-8D74-E75B9815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717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080C"/>
                </a:solidFill>
              </a:defRPr>
            </a:pPr>
            <a:r>
              <a:rPr sz="1350" b="1">
                <a:solidFill>
                  <a:srgbClr val="08080C"/>
                </a:solidFill>
              </a:rPr>
              <a:t>NO ROTAR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477E1-1DF3-43B2-A1A5-1C53C09D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AE09B-9678-4D92-9AEF-E69B9B8E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765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929E8"/>
                </a:solidFill>
              </a:defRPr>
            </a:pPr>
            <a:r>
              <a:rPr sz="2625" b="1">
                <a:solidFill>
                  <a:srgbClr val="A929E8"/>
                </a:solidFill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F38BD0-F462-489F-BDCF-FA1D18F4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080C"/>
                </a:solidFill>
              </a:defRPr>
            </a:pPr>
            <a:r>
              <a:rPr sz="1350" b="1">
                <a:solidFill>
                  <a:srgbClr val="08080C"/>
                </a:solidFill>
              </a:rPr>
              <a:t>NO CAMBIAR COLORES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C7446-AB1B-4AC3-B200-760A1E7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CD655-BE0D-40E0-821B-275D9D74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48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929E8"/>
                </a:solidFill>
              </a:defRPr>
            </a:pPr>
            <a:r>
              <a:rPr sz="2625" b="1">
                <a:solidFill>
                  <a:srgbClr val="A929E8"/>
                </a:solidFill>
              </a:rPr>
              <a:t>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1260F0-8B25-4B61-9A8C-C29E2600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1433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080C"/>
                </a:solidFill>
              </a:defRPr>
            </a:pPr>
            <a:r>
              <a:rPr sz="1350" b="1">
                <a:solidFill>
                  <a:srgbClr val="08080C"/>
                </a:solidFill>
              </a:rPr>
              <a:t>NO AÑADIR EFECTOS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AB7524-F03E-4033-BE05-B91AB3D9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376237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113AA-A568-4A37-9497-22D43B8A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48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929E8"/>
                </a:solidFill>
              </a:defRPr>
            </a:pPr>
            <a:r>
              <a:rPr sz="2625" b="1">
                <a:solidFill>
                  <a:srgbClr val="A929E8"/>
                </a:solidFill>
              </a:rPr>
              <a:t>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CA40D8-58BF-408B-8B97-A356EFCD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433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080C"/>
                </a:solidFill>
              </a:defRPr>
            </a:pPr>
            <a:r>
              <a:rPr sz="1350" b="1">
                <a:solidFill>
                  <a:srgbClr val="08080C"/>
                </a:solidFill>
              </a:rPr>
              <a:t>NO INVADIR EL ÁREA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F1D240-006C-4E1A-846B-5E6DD7C9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62375"/>
            <a:ext cx="333375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EE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95E61E-011F-4EE5-ACE1-C134EB8D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04812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A929E8"/>
                </a:solidFill>
              </a:defRPr>
            </a:pPr>
            <a:r>
              <a:rPr sz="2625" b="1">
                <a:solidFill>
                  <a:srgbClr val="A929E8"/>
                </a:solidFill>
              </a:rPr>
              <a:t>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3D13CE-8644-43D7-A13A-E9EC3DF1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43375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080C"/>
                </a:solidFill>
              </a:defRPr>
            </a:pPr>
            <a:r>
              <a:rPr sz="1350" b="1">
                <a:solidFill>
                  <a:srgbClr val="08080C"/>
                </a:solidFill>
              </a:rPr>
              <a:t>NO USAR SIN CONTRASTE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3AF57-073E-4109-913F-57BC575A6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1BD831-0951-4E5C-AE9D-E2B16B92B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0285590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EE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3707FE-EB50-4B71-B14A-4C2AA38D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00D6"/>
                </a:solidFill>
              </a:defRPr>
            </a:pPr>
            <a:r>
              <a:rPr sz="975" b="1">
                <a:solidFill>
                  <a:srgbClr val="8A00D6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01A362-1DF4-4665-AA19-D9734076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990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080C"/>
                </a:solidFill>
              </a:defRPr>
            </a:pPr>
            <a:r>
              <a:rPr sz="2850" b="1">
                <a:solidFill>
                  <a:srgbClr val="08080C"/>
                </a:solidFill>
              </a:rPr>
              <a:t>Lenguaje gráfico y aplicaciones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3172FE-9644-424E-9F7E-B172ED67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62100"/>
            <a:ext cx="971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170"/>
                </a:solidFill>
              </a:defRPr>
            </a:pPr>
            <a:r>
              <a:rPr sz="1350" b="0">
                <a:solidFill>
                  <a:srgbClr val="666170"/>
                </a:solidFill>
              </a:rPr>
              <a:t>Pilares, diagonales y puntos amplían el universo del monograma 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ABDC26-DC46-459B-BE62-1ED512C8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0808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2E0E3A-6060-4E77-A997-9D97E91BF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19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929E8"/>
                </a:solidFill>
              </a:defRPr>
            </a:pPr>
            <a:r>
              <a:rPr sz="1125" b="1">
                <a:solidFill>
                  <a:srgbClr val="A929E8"/>
                </a:solidFill>
              </a:rPr>
              <a:t>SOCIAL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103C4B-D066-417B-9E24-448140F3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432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Contenido digital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con alto contraste.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6B06EA-3624-43BF-8D94-5CC4C46BC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38375"/>
            <a:ext cx="3333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50837-EC34-45C2-B77F-B2BCAE5F1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19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A00D6"/>
                </a:solidFill>
              </a:defRPr>
            </a:pPr>
            <a:r>
              <a:rPr sz="1125" b="1">
                <a:solidFill>
                  <a:srgbClr val="8A00D6"/>
                </a:solidFill>
              </a:rPr>
              <a:t>PAPELERÍA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8CCC3-CA86-4F3A-8AE2-C3046687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4325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8080C"/>
                </a:solidFill>
              </a:defRPr>
            </a:pPr>
            <a:r>
              <a:rPr sz="2175" b="1">
                <a:solidFill>
                  <a:srgbClr val="08080C"/>
                </a:solidFill>
              </a:rPr>
              <a:t>Composición limpia</a:t>
            </a:r>
          </a:p>
          <a:p xmlns:a="http://schemas.openxmlformats.org/drawingml/2006/main">
            <a:pPr algn="l">
              <a:defRPr sz="2175" b="1">
                <a:solidFill>
                  <a:srgbClr val="08080C"/>
                </a:solidFill>
              </a:defRPr>
            </a:pPr>
            <a:r>
              <a:rPr sz="2175" b="1">
                <a:solidFill>
                  <a:srgbClr val="08080C"/>
                </a:solidFill>
              </a:rPr>
              <a:t>y precisa.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A2E03-61A6-4747-BE68-81818ED3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38375"/>
            <a:ext cx="33909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8A00D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801531-288C-482B-9322-A6C5F3FB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619375"/>
            <a:ext cx="266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PRODUCTO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C38E2-5101-43AC-9574-9B44938A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57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Interfaces claras</a:t>
            </a:r>
          </a:p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con acentos vivos.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C0EB16-2167-4B73-BB84-9D7D4B0A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NETICAR · MANUAL DE MARCA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8F05F-B99B-4506-8413-233FFA3E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170"/>
                </a:solidFill>
              </a:defRPr>
            </a:pPr>
            <a:r>
              <a:rPr sz="900" b="1">
                <a:solidFill>
                  <a:srgbClr val="666170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83533832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08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b891db44d4fc9"/>
          <a:stretch xmlns:a="http://schemas.openxmlformats.org/drawingml/2006/main"/>
        </p:blipFill>
        <p:spPr>
          <a:xfrm xmlns:a="http://schemas.openxmlformats.org/drawingml/2006/main">
            <a:off x="8048625" y="952500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5CCE9-2E05-45D1-A896-BDD96C95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UNA MARCA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</a:defRPr>
            </a:pPr>
            <a:r>
              <a:rPr sz="3675" b="1">
                <a:solidFill>
                  <a:srgbClr val="FFFFFF"/>
                </a:solidFill>
              </a:rPr>
              <a:t>EN MOVIMIENTO.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D6E30-813B-47FF-819D-297EE7AF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00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FC6D8"/>
                </a:solidFill>
              </a:defRPr>
            </a:pPr>
            <a:r>
              <a:rPr sz="1800" b="0">
                <a:solidFill>
                  <a:srgbClr val="CFC6D8"/>
                </a:solidFill>
              </a:rPr>
              <a:t>NETICAR construye soluciones mediante conexiones claras, estructuras sólidas y una energía visual que siempre avanza.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B9F71-CA8F-4DB2-8888-FE69B2B8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929E8"/>
                </a:solidFill>
              </a:defRPr>
            </a:pPr>
            <a:r>
              <a:rPr sz="1050" b="1">
                <a:solidFill>
                  <a:srgbClr val="A929E8"/>
                </a:solidFill>
              </a:rPr>
              <a:t>Manual de marca · Versión 1.1 · Junio 2026</a:t>
            </a:r>
          </a:p>
        </p:txBody>
      </p:sp>
    </p:spTree>
    <p:extLst>
      <p:ext uri="{BB962C8B-B14F-4D97-AF65-F5344CB8AC3E}">
        <p14:creationId xmlns:p14="http://schemas.microsoft.com/office/powerpoint/2010/main" val="5684434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2026-06-29T14:59:16.7940000Z</dcterms:created>
  <dcterms:modified xsi:type="dcterms:W3CDTF">2026-06-29T14:59:16.7940000Z</dcterms:modified>
</coreProperties>
</file>